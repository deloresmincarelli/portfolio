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4B07E-EF98-74AD-A96A-B20327B940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8572C9-C900-941B-8331-D6257734FE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35077-BEAA-B7EB-19D2-8D649605C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71FF6B-F691-01A7-0ADC-8E6522044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68388-D489-6436-0720-AB9FA093C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37F0C-5DDF-E47F-CA93-B021BB11A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07485-D373-16E5-17A3-0F0317C63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A3604-2B18-8019-545B-BE9B3CF19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4669D-3BCE-8E19-D25B-9D388EE8D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BF228-660E-70E9-34F3-9683F5B85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541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FDFB-558E-8868-BB74-59FA0850F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86543-E877-C3A4-1747-56331D6D9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E4EBD-6296-1EC6-B2FC-3BFC0AAF9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71889-C93A-2380-2E3A-8111C5C6A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C4A36-BA1A-6748-35E2-FCFF3194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75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827E0-DAEB-8ACA-266A-6D3686206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7BBD0-CA8E-960D-5711-BC2A49E375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DF5BE1-4FA6-A616-E579-5F97B6EF3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2D21AF-FDB1-537C-FAC0-5923513AA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78DB7-1E35-0791-83FD-977C0A764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DD0FF0-90BB-08D5-255B-E19EED28C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815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F4026-055E-E64F-AE35-EF4B1B577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90777-AAE9-0EA2-9C4C-2C9D1729ED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D78C17-2BDD-26CB-C9E0-DF803DAE0D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48276B-AFA8-D5C4-1757-0108A199EB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ED8B16-C505-8E17-E45C-F5BA3549D7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941AEC-4497-999E-B90A-5764FDBCA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24087B-26D4-1C93-D329-F5BE60708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7F14AD-8E7C-BCDC-A336-253B68C10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85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94721-B610-5836-C270-646B61D62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B8460E-A68F-C291-8DD7-4DBA2EAD8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30B75-2A98-8E80-CF2F-317D50E8D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F3528D-97D8-FE9A-A674-BF8B138A2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262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75396A-5CAE-EF12-DA7B-B508F54A1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52F6C-C1CA-DFF8-884C-C67AF801E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D2EA-5BB5-74D8-918F-1E4473D53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925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91DB1-24FE-94F5-85CD-18BB491EF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EF43F-69E9-B143-380F-ED2DA61DD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16DFD-16DB-37ED-52BC-9D15D0823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5AD897-C2EB-20DD-7590-15620DA67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ACB217-D373-8FBD-3D94-974677686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53F10-6B32-AE76-3FFE-A8171DF05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05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AC7B-135B-6A89-1C3D-DA893E09D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91D90E-697D-91C8-6FFA-F646C507E6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E43398-128D-5425-B546-DB0D4874D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BAA603-DFC1-3DF2-11DB-C1E7DE6CA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D41094-7201-BF2E-33F8-472634A28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BE5704-9E86-97D0-1F7F-32D00F2AB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72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6AAC-2715-A7DA-5E9D-83DB70AA6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593A7B-73D6-C4BC-D2B5-C52AE40D23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3477CC-42C5-3ABB-FAEF-52189C048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E923E8-5357-A8D1-D09E-120CE49A7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78355B-95B8-FF8D-EF08-5A29BE244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7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CDED11-C8B8-7E9A-82D3-D1D37575A0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B205DE-A7D4-8D5A-C9F9-DFB10C5BF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67028-0CC1-7319-2D42-4D6AB7840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20471-3A03-4D04-FE8A-4183AEBBD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EF8F8F-EFEB-3BA1-C5B5-88259AA16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08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B3BABF-5E91-8255-09C0-1109E73D5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E0E555-3BB5-6F56-A0E0-A44D587B1D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4D15C-F6AE-4DD1-3443-EB089D79D7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92FFC2-1A74-4444-92E0-C51FBB64F6F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3C06F-7FDE-E954-11DD-14F05E7543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70528-5B31-EF12-2D81-9B758D7E97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86D3C9-A6C6-425B-8166-8BB55C381F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921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E7FD1-3D64-E957-1F77-658E02EA9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A6EEAC-779D-09DB-FBB7-F0B58CAEB3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8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F9CFCE6-877F-4858-B8BD-2C52CA8AF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E4E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13F8A0-12AE-4514-8372-0DD766EC2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2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FF17D4-9A8C-4CE5-B096-D8CCD4400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5458121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E6FB01-D2C1-11D2-82FF-F23A6EAEE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12" y="744183"/>
            <a:ext cx="4995312" cy="42915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51B14D-361B-4168-79EC-E8CEA296C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6" y="480060"/>
            <a:ext cx="5414539" cy="4555720"/>
          </a:xfrm>
          <a:prstGeom prst="rect">
            <a:avLst/>
          </a:prstGeom>
        </p:spPr>
      </p:pic>
      <p:sp>
        <p:nvSpPr>
          <p:cNvPr id="27" name="Arrow: Left-Right 26">
            <a:extLst>
              <a:ext uri="{FF2B5EF4-FFF2-40B4-BE49-F238E27FC236}">
                <a16:creationId xmlns:a16="http://schemas.microsoft.com/office/drawing/2014/main" id="{3168FB44-C301-654A-0CF4-FAA28F73E709}"/>
              </a:ext>
            </a:extLst>
          </p:cNvPr>
          <p:cNvSpPr/>
          <p:nvPr/>
        </p:nvSpPr>
        <p:spPr>
          <a:xfrm>
            <a:off x="4681264" y="1474949"/>
            <a:ext cx="2029947" cy="546027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1:1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2BFEA547-EF62-2C5A-0113-3563A8F52AF9}"/>
              </a:ext>
            </a:extLst>
          </p:cNvPr>
          <p:cNvSpPr/>
          <p:nvPr/>
        </p:nvSpPr>
        <p:spPr>
          <a:xfrm>
            <a:off x="4571994" y="2419042"/>
            <a:ext cx="2170345" cy="546027"/>
          </a:xfrm>
          <a:prstGeom prst="left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Wtd</a:t>
            </a:r>
            <a:r>
              <a:rPr lang="en-US" dirty="0"/>
              <a:t> Avg 1:1</a:t>
            </a:r>
          </a:p>
        </p:txBody>
      </p:sp>
      <p:sp>
        <p:nvSpPr>
          <p:cNvPr id="29" name="Arrow: Left-Right 28">
            <a:extLst>
              <a:ext uri="{FF2B5EF4-FFF2-40B4-BE49-F238E27FC236}">
                <a16:creationId xmlns:a16="http://schemas.microsoft.com/office/drawing/2014/main" id="{3FA66DC6-DC48-6152-1AD0-8E9D959F9343}"/>
              </a:ext>
            </a:extLst>
          </p:cNvPr>
          <p:cNvSpPr/>
          <p:nvPr/>
        </p:nvSpPr>
        <p:spPr>
          <a:xfrm>
            <a:off x="4538133" y="3255364"/>
            <a:ext cx="2271945" cy="546027"/>
          </a:xfrm>
          <a:prstGeom prst="left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1:many, top 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E0C2AB8-8F49-55BB-7CE8-0E345B2E908A}"/>
              </a:ext>
            </a:extLst>
          </p:cNvPr>
          <p:cNvSpPr/>
          <p:nvPr/>
        </p:nvSpPr>
        <p:spPr>
          <a:xfrm>
            <a:off x="477012" y="1244600"/>
            <a:ext cx="11194393" cy="88414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F960D39-01BF-D019-2DBF-0B5392607B68}"/>
              </a:ext>
            </a:extLst>
          </p:cNvPr>
          <p:cNvSpPr/>
          <p:nvPr/>
        </p:nvSpPr>
        <p:spPr>
          <a:xfrm>
            <a:off x="477012" y="2129368"/>
            <a:ext cx="11194393" cy="167202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275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10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Delores Mincarelli</dc:creator>
  <cp:lastModifiedBy>Delores Mincarelli</cp:lastModifiedBy>
  <cp:revision>3</cp:revision>
  <dcterms:created xsi:type="dcterms:W3CDTF">2026-04-15T12:09:09Z</dcterms:created>
  <dcterms:modified xsi:type="dcterms:W3CDTF">2026-04-17T10:59:57Z</dcterms:modified>
</cp:coreProperties>
</file>