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B07E-EF98-74AD-A96A-B20327B94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572C9-C900-941B-8331-D6257734F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35077-BEAA-B7EB-19D2-8D649605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1FF6B-F691-01A7-0ADC-8E652204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68388-D489-6436-0720-AB9FA093C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7F0C-5DDF-E47F-CA93-B021BB11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7485-D373-16E5-17A3-0F0317C6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3604-2B18-8019-545B-BE9B3CF1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669D-3BCE-8E19-D25B-9D388EE8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BF228-660E-70E9-34F3-9683F5B8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FDFB-558E-8868-BB74-59FA0850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86543-E877-C3A4-1747-56331D6D9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E4EBD-6296-1EC6-B2FC-3BFC0AAF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1889-C93A-2380-2E3A-8111C5C6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C4A36-BA1A-6748-35E2-FCFF3194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7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27E0-DAEB-8ACA-266A-6D368620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BBD0-CA8E-960D-5711-BC2A49E37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F5BE1-4FA6-A616-E579-5F97B6EF3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D21AF-FDB1-537C-FAC0-5923513A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8DB7-1E35-0791-83FD-977C0A76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D0FF0-90BB-08D5-255B-E19EED28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1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4026-055E-E64F-AE35-EF4B1B57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90777-AAE9-0EA2-9C4C-2C9D1729E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78C17-2BDD-26CB-C9E0-DF803DAE0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8276B-AFA8-D5C4-1757-0108A199E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D8B16-C505-8E17-E45C-F5BA3549D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41AEC-4497-999E-B90A-5764FDBC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4087B-26D4-1C93-D329-F5BE60708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F14AD-8E7C-BCDC-A336-253B68C1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8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4721-B610-5836-C270-646B61D6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8460E-A68F-C291-8DD7-4DBA2EAD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30B75-2A98-8E80-CF2F-317D50E8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3528D-97D8-FE9A-A674-BF8B138A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6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5396A-5CAE-EF12-DA7B-B508F54A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52F6C-C1CA-DFF8-884C-C67AF801E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D2EA-5BB5-74D8-918F-1E4473D5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25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1DB1-24FE-94F5-85CD-18BB491E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EF43F-69E9-B143-380F-ED2DA61DD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6DFD-16DB-37ED-52BC-9D15D0823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AD897-C2EB-20DD-7590-15620DA6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CB217-D373-8FBD-3D94-97467768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53F10-6B32-AE76-3FFE-A8171DF0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AC7B-135B-6A89-1C3D-DA893E09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1D90E-697D-91C8-6FFA-F646C507E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43398-128D-5425-B546-DB0D4874D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AA603-DFC1-3DF2-11DB-C1E7DE6C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41094-7201-BF2E-33F8-472634A2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E5704-9E86-97D0-1F7F-32D00F2A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2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6AAC-2715-A7DA-5E9D-83DB70AA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93A7B-73D6-C4BC-D2B5-C52AE40D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477CC-42C5-3ABB-FAEF-52189C04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923E8-5357-A8D1-D09E-120CE49A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8355B-95B8-FF8D-EF08-5A29BE24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7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CDED11-C8B8-7E9A-82D3-D1D37575A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205DE-A7D4-8D5A-C9F9-DFB10C5BF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67028-0CC1-7319-2D42-4D6AB784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20471-3A03-4D04-FE8A-4183AEBB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F8F8F-EFEB-3BA1-C5B5-88259AA1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8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3BABF-5E91-8255-09C0-1109E73D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0E555-3BB5-6F56-A0E0-A44D587B1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4D15C-F6AE-4DD1-3443-EB089D79D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2FFC2-1A74-4444-92E0-C51FBB64F6F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3C06F-7FDE-E954-11DD-14F05E754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70528-5B31-EF12-2D81-9B758D7E9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86D3C9-A6C6-425B-8166-8BB55C38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2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7FD1-3D64-E957-1F77-658E02EA9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6EEAC-779D-09DB-FBB7-F0B58CAEB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BDE432-B730-CB2D-3D94-7B8F668AB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813" y="643467"/>
            <a:ext cx="4192227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C8588-D14D-54A0-752A-7CBBE33CD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2" y="643467"/>
            <a:ext cx="4206154" cy="557106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41EFDA-9EB2-88EA-3365-454C58C0FF37}"/>
              </a:ext>
            </a:extLst>
          </p:cNvPr>
          <p:cNvSpPr/>
          <p:nvPr/>
        </p:nvSpPr>
        <p:spPr>
          <a:xfrm>
            <a:off x="781262" y="1524000"/>
            <a:ext cx="2419138" cy="680720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55422B-0F57-01F3-ADEB-066C3190292A}"/>
              </a:ext>
            </a:extLst>
          </p:cNvPr>
          <p:cNvSpPr/>
          <p:nvPr/>
        </p:nvSpPr>
        <p:spPr>
          <a:xfrm>
            <a:off x="7123276" y="1524000"/>
            <a:ext cx="3732791" cy="830094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8B42F6-8077-02B6-B4EC-88FA084C8F55}"/>
              </a:ext>
            </a:extLst>
          </p:cNvPr>
          <p:cNvSpPr/>
          <p:nvPr/>
        </p:nvSpPr>
        <p:spPr>
          <a:xfrm>
            <a:off x="710119" y="2999360"/>
            <a:ext cx="2642681" cy="1280810"/>
          </a:xfrm>
          <a:prstGeom prst="round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639FF9-D04D-06F1-0D10-96222F0415D5}"/>
              </a:ext>
            </a:extLst>
          </p:cNvPr>
          <p:cNvSpPr/>
          <p:nvPr/>
        </p:nvSpPr>
        <p:spPr>
          <a:xfrm>
            <a:off x="7123276" y="3936458"/>
            <a:ext cx="3958764" cy="1608308"/>
          </a:xfrm>
          <a:prstGeom prst="round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3168FB44-C301-654A-0CF4-FAA28F73E709}"/>
              </a:ext>
            </a:extLst>
          </p:cNvPr>
          <p:cNvSpPr/>
          <p:nvPr/>
        </p:nvSpPr>
        <p:spPr>
          <a:xfrm>
            <a:off x="4380271" y="1591346"/>
            <a:ext cx="2348676" cy="546027"/>
          </a:xfrm>
          <a:prstGeom prst="left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1:1</a:t>
            </a: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2BFEA547-EF62-2C5A-0113-3563A8F52AF9}"/>
              </a:ext>
            </a:extLst>
          </p:cNvPr>
          <p:cNvSpPr/>
          <p:nvPr/>
        </p:nvSpPr>
        <p:spPr>
          <a:xfrm rot="567786">
            <a:off x="4012492" y="3300728"/>
            <a:ext cx="2666356" cy="546027"/>
          </a:xfrm>
          <a:prstGeom prst="left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Wtd</a:t>
            </a:r>
            <a:r>
              <a:rPr lang="en-US" dirty="0"/>
              <a:t> Avg 1:1</a:t>
            </a:r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3FA66DC6-DC48-6152-1AD0-8E9D959F9343}"/>
              </a:ext>
            </a:extLst>
          </p:cNvPr>
          <p:cNvSpPr/>
          <p:nvPr/>
        </p:nvSpPr>
        <p:spPr>
          <a:xfrm rot="567786">
            <a:off x="3874979" y="3984643"/>
            <a:ext cx="2666356" cy="546027"/>
          </a:xfrm>
          <a:prstGeom prst="left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1:many, top n</a:t>
            </a:r>
          </a:p>
        </p:txBody>
      </p:sp>
    </p:spTree>
    <p:extLst>
      <p:ext uri="{BB962C8B-B14F-4D97-AF65-F5344CB8AC3E}">
        <p14:creationId xmlns:p14="http://schemas.microsoft.com/office/powerpoint/2010/main" val="276527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Delores Mincarelli</dc:creator>
  <cp:lastModifiedBy>Delores Mincarelli</cp:lastModifiedBy>
  <cp:revision>1</cp:revision>
  <dcterms:created xsi:type="dcterms:W3CDTF">2026-04-15T12:09:09Z</dcterms:created>
  <dcterms:modified xsi:type="dcterms:W3CDTF">2026-04-15T12:27:15Z</dcterms:modified>
</cp:coreProperties>
</file>